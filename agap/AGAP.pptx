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Open Sans 1" charset="1" panose="00000000000000000000"/>
      <p:regular r:id="rId16"/>
    </p:embeddedFont>
    <p:embeddedFont>
      <p:font typeface="Open Sans 2 Bold" charset="1" panose="020B0806030504020204"/>
      <p:regular r:id="rId17"/>
    </p:embeddedFont>
    <p:embeddedFont>
      <p:font typeface="Academy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08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22427">
            <a:off x="1161745" y="1399214"/>
            <a:ext cx="16162078" cy="6843402"/>
          </a:xfrm>
          <a:custGeom>
            <a:avLst/>
            <a:gdLst/>
            <a:ahLst/>
            <a:cxnLst/>
            <a:rect r="r" b="b" t="t" l="l"/>
            <a:pathLst>
              <a:path h="6843402" w="16162078">
                <a:moveTo>
                  <a:pt x="0" y="0"/>
                </a:moveTo>
                <a:lnTo>
                  <a:pt x="16162077" y="0"/>
                </a:lnTo>
                <a:lnTo>
                  <a:pt x="16162077" y="6843403"/>
                </a:lnTo>
                <a:lnTo>
                  <a:pt x="0" y="68434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259300" y="9258300"/>
            <a:ext cx="483860" cy="483860"/>
          </a:xfrm>
          <a:custGeom>
            <a:avLst/>
            <a:gdLst/>
            <a:ahLst/>
            <a:cxnLst/>
            <a:rect r="r" b="b" t="t" l="l"/>
            <a:pathLst>
              <a:path h="483860" w="483860">
                <a:moveTo>
                  <a:pt x="0" y="0"/>
                </a:moveTo>
                <a:lnTo>
                  <a:pt x="483860" y="0"/>
                </a:lnTo>
                <a:lnTo>
                  <a:pt x="483860" y="483860"/>
                </a:lnTo>
                <a:lnTo>
                  <a:pt x="0" y="4838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998361" y="1197924"/>
            <a:ext cx="12291279" cy="6698747"/>
          </a:xfrm>
          <a:custGeom>
            <a:avLst/>
            <a:gdLst/>
            <a:ahLst/>
            <a:cxnLst/>
            <a:rect r="r" b="b" t="t" l="l"/>
            <a:pathLst>
              <a:path h="6698747" w="12291279">
                <a:moveTo>
                  <a:pt x="0" y="0"/>
                </a:moveTo>
                <a:lnTo>
                  <a:pt x="12291278" y="0"/>
                </a:lnTo>
                <a:lnTo>
                  <a:pt x="12291278" y="6698747"/>
                </a:lnTo>
                <a:lnTo>
                  <a:pt x="0" y="66987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550168" y="7189916"/>
            <a:ext cx="7463742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59"/>
              </a:lnSpc>
            </a:pPr>
            <a:r>
              <a:rPr lang="en-US" sz="19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Automated, Georeferenced, and Adaptive platform for Predictive flood rescue by analyzing voice distress to pinpoint and report critical emergencies in real-time.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18288000"/>
                </a:moveTo>
                <a:lnTo>
                  <a:pt x="10287000" y="0"/>
                </a:lnTo>
                <a:lnTo>
                  <a:pt x="0" y="0"/>
                </a:lnTo>
                <a:lnTo>
                  <a:pt x="0" y="18288000"/>
                </a:lnTo>
                <a:lnTo>
                  <a:pt x="10287000" y="18288000"/>
                </a:lnTo>
                <a:close/>
              </a:path>
            </a:pathLst>
          </a:custGeom>
          <a:blipFill>
            <a:blip r:embed="rId2"/>
            <a:stretch>
              <a:fillRect l="-13555" t="0" r="-13555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259300" y="9258300"/>
            <a:ext cx="483860" cy="483860"/>
          </a:xfrm>
          <a:custGeom>
            <a:avLst/>
            <a:gdLst/>
            <a:ahLst/>
            <a:cxnLst/>
            <a:rect r="r" b="b" t="t" l="l"/>
            <a:pathLst>
              <a:path h="483860" w="483860">
                <a:moveTo>
                  <a:pt x="0" y="0"/>
                </a:moveTo>
                <a:lnTo>
                  <a:pt x="483860" y="0"/>
                </a:lnTo>
                <a:lnTo>
                  <a:pt x="483860" y="483860"/>
                </a:lnTo>
                <a:lnTo>
                  <a:pt x="0" y="4838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12560" y="5324674"/>
            <a:ext cx="162306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Imagine you are trapped in your home as floodwaters rapidly rise.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18288000"/>
                </a:moveTo>
                <a:lnTo>
                  <a:pt x="10287000" y="0"/>
                </a:lnTo>
                <a:lnTo>
                  <a:pt x="0" y="0"/>
                </a:lnTo>
                <a:lnTo>
                  <a:pt x="0" y="18288000"/>
                </a:lnTo>
                <a:lnTo>
                  <a:pt x="10287000" y="18288000"/>
                </a:lnTo>
                <a:close/>
              </a:path>
            </a:pathLst>
          </a:custGeom>
          <a:blipFill>
            <a:blip r:embed="rId2"/>
            <a:stretch>
              <a:fillRect l="-13555" t="0" r="-13555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259300" y="9258300"/>
            <a:ext cx="483860" cy="483860"/>
          </a:xfrm>
          <a:custGeom>
            <a:avLst/>
            <a:gdLst/>
            <a:ahLst/>
            <a:cxnLst/>
            <a:rect r="r" b="b" t="t" l="l"/>
            <a:pathLst>
              <a:path h="483860" w="483860">
                <a:moveTo>
                  <a:pt x="0" y="0"/>
                </a:moveTo>
                <a:lnTo>
                  <a:pt x="483860" y="0"/>
                </a:lnTo>
                <a:lnTo>
                  <a:pt x="483860" y="483860"/>
                </a:lnTo>
                <a:lnTo>
                  <a:pt x="0" y="4838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11545" y="1493809"/>
            <a:ext cx="14114519" cy="5825403"/>
          </a:xfrm>
          <a:custGeom>
            <a:avLst/>
            <a:gdLst/>
            <a:ahLst/>
            <a:cxnLst/>
            <a:rect r="r" b="b" t="t" l="l"/>
            <a:pathLst>
              <a:path h="5825403" w="14114519">
                <a:moveTo>
                  <a:pt x="0" y="0"/>
                </a:moveTo>
                <a:lnTo>
                  <a:pt x="14114520" y="0"/>
                </a:lnTo>
                <a:lnTo>
                  <a:pt x="14114520" y="5825403"/>
                </a:lnTo>
                <a:lnTo>
                  <a:pt x="0" y="58254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0713" r="0" b="-30713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43482" y="7856640"/>
            <a:ext cx="14401035" cy="903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19"/>
              </a:lnSpc>
            </a:pPr>
            <a:r>
              <a:rPr lang="en-US" sz="5299" b="true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200 to 500 deaths per year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18288000"/>
                </a:moveTo>
                <a:lnTo>
                  <a:pt x="10287000" y="0"/>
                </a:lnTo>
                <a:lnTo>
                  <a:pt x="0" y="0"/>
                </a:lnTo>
                <a:lnTo>
                  <a:pt x="0" y="18288000"/>
                </a:lnTo>
                <a:lnTo>
                  <a:pt x="10287000" y="18288000"/>
                </a:lnTo>
                <a:close/>
              </a:path>
            </a:pathLst>
          </a:custGeom>
          <a:blipFill>
            <a:blip r:embed="rId2"/>
            <a:stretch>
              <a:fillRect l="-13555" t="0" r="-13555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259300" y="9258300"/>
            <a:ext cx="483860" cy="483860"/>
          </a:xfrm>
          <a:custGeom>
            <a:avLst/>
            <a:gdLst/>
            <a:ahLst/>
            <a:cxnLst/>
            <a:rect r="r" b="b" t="t" l="l"/>
            <a:pathLst>
              <a:path h="483860" w="483860">
                <a:moveTo>
                  <a:pt x="0" y="0"/>
                </a:moveTo>
                <a:lnTo>
                  <a:pt x="483860" y="0"/>
                </a:lnTo>
                <a:lnTo>
                  <a:pt x="483860" y="483860"/>
                </a:lnTo>
                <a:lnTo>
                  <a:pt x="0" y="4838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01115" y="4792663"/>
            <a:ext cx="13968804" cy="1571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23"/>
              </a:lnSpc>
            </a:pPr>
            <a:r>
              <a:rPr lang="en-US" sz="4517" b="true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In a crisis, your voice is your only tool. But who is listening?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08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22427">
            <a:off x="1161745" y="1399214"/>
            <a:ext cx="16162078" cy="6843402"/>
          </a:xfrm>
          <a:custGeom>
            <a:avLst/>
            <a:gdLst/>
            <a:ahLst/>
            <a:cxnLst/>
            <a:rect r="r" b="b" t="t" l="l"/>
            <a:pathLst>
              <a:path h="6843402" w="16162078">
                <a:moveTo>
                  <a:pt x="0" y="0"/>
                </a:moveTo>
                <a:lnTo>
                  <a:pt x="16162077" y="0"/>
                </a:lnTo>
                <a:lnTo>
                  <a:pt x="16162077" y="6843403"/>
                </a:lnTo>
                <a:lnTo>
                  <a:pt x="0" y="68434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259300" y="9258300"/>
            <a:ext cx="483860" cy="483860"/>
          </a:xfrm>
          <a:custGeom>
            <a:avLst/>
            <a:gdLst/>
            <a:ahLst/>
            <a:cxnLst/>
            <a:rect r="r" b="b" t="t" l="l"/>
            <a:pathLst>
              <a:path h="483860" w="483860">
                <a:moveTo>
                  <a:pt x="0" y="0"/>
                </a:moveTo>
                <a:lnTo>
                  <a:pt x="483860" y="0"/>
                </a:lnTo>
                <a:lnTo>
                  <a:pt x="483860" y="483860"/>
                </a:lnTo>
                <a:lnTo>
                  <a:pt x="0" y="4838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998361" y="1197924"/>
            <a:ext cx="12291279" cy="6698747"/>
          </a:xfrm>
          <a:custGeom>
            <a:avLst/>
            <a:gdLst/>
            <a:ahLst/>
            <a:cxnLst/>
            <a:rect r="r" b="b" t="t" l="l"/>
            <a:pathLst>
              <a:path h="6698747" w="12291279">
                <a:moveTo>
                  <a:pt x="0" y="0"/>
                </a:moveTo>
                <a:lnTo>
                  <a:pt x="12291278" y="0"/>
                </a:lnTo>
                <a:lnTo>
                  <a:pt x="12291278" y="6698747"/>
                </a:lnTo>
                <a:lnTo>
                  <a:pt x="0" y="66987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550168" y="7189916"/>
            <a:ext cx="7463742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59"/>
              </a:lnSpc>
            </a:pPr>
            <a:r>
              <a:rPr lang="en-US" sz="19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Automated, Georeferenced, and Adaptive platform for Predictive flood rescue by analyzing voice distress to pinpoint and report critical emergencies in real-time.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18288000"/>
                </a:moveTo>
                <a:lnTo>
                  <a:pt x="10287000" y="0"/>
                </a:lnTo>
                <a:lnTo>
                  <a:pt x="0" y="0"/>
                </a:lnTo>
                <a:lnTo>
                  <a:pt x="0" y="18288000"/>
                </a:lnTo>
                <a:lnTo>
                  <a:pt x="10287000" y="18288000"/>
                </a:lnTo>
                <a:close/>
              </a:path>
            </a:pathLst>
          </a:custGeom>
          <a:blipFill>
            <a:blip r:embed="rId2"/>
            <a:stretch>
              <a:fillRect l="-13555" t="0" r="-13555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259300" y="9258300"/>
            <a:ext cx="483860" cy="483860"/>
          </a:xfrm>
          <a:custGeom>
            <a:avLst/>
            <a:gdLst/>
            <a:ahLst/>
            <a:cxnLst/>
            <a:rect r="r" b="b" t="t" l="l"/>
            <a:pathLst>
              <a:path h="483860" w="483860">
                <a:moveTo>
                  <a:pt x="0" y="0"/>
                </a:moveTo>
                <a:lnTo>
                  <a:pt x="483860" y="0"/>
                </a:lnTo>
                <a:lnTo>
                  <a:pt x="483860" y="483860"/>
                </a:lnTo>
                <a:lnTo>
                  <a:pt x="0" y="4838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69263" y="1971874"/>
            <a:ext cx="16090037" cy="7286426"/>
          </a:xfrm>
          <a:custGeom>
            <a:avLst/>
            <a:gdLst/>
            <a:ahLst/>
            <a:cxnLst/>
            <a:rect r="r" b="b" t="t" l="l"/>
            <a:pathLst>
              <a:path h="7286426" w="16090037">
                <a:moveTo>
                  <a:pt x="0" y="0"/>
                </a:moveTo>
                <a:lnTo>
                  <a:pt x="16090037" y="0"/>
                </a:lnTo>
                <a:lnTo>
                  <a:pt x="16090037" y="7286426"/>
                </a:lnTo>
                <a:lnTo>
                  <a:pt x="0" y="72864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2561" r="0" b="-2265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289842" y="790775"/>
            <a:ext cx="4575367" cy="962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26"/>
              </a:lnSpc>
            </a:pPr>
            <a:r>
              <a:rPr lang="en-US" sz="6202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SOLUTION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18288000"/>
                </a:moveTo>
                <a:lnTo>
                  <a:pt x="10287000" y="0"/>
                </a:lnTo>
                <a:lnTo>
                  <a:pt x="0" y="0"/>
                </a:lnTo>
                <a:lnTo>
                  <a:pt x="0" y="18288000"/>
                </a:lnTo>
                <a:lnTo>
                  <a:pt x="10287000" y="18288000"/>
                </a:lnTo>
                <a:close/>
              </a:path>
            </a:pathLst>
          </a:custGeom>
          <a:blipFill>
            <a:blip r:embed="rId2"/>
            <a:stretch>
              <a:fillRect l="-13555" t="0" r="-13555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259300" y="9258300"/>
            <a:ext cx="483860" cy="483860"/>
          </a:xfrm>
          <a:custGeom>
            <a:avLst/>
            <a:gdLst/>
            <a:ahLst/>
            <a:cxnLst/>
            <a:rect r="r" b="b" t="t" l="l"/>
            <a:pathLst>
              <a:path h="483860" w="483860">
                <a:moveTo>
                  <a:pt x="0" y="0"/>
                </a:moveTo>
                <a:lnTo>
                  <a:pt x="483860" y="0"/>
                </a:lnTo>
                <a:lnTo>
                  <a:pt x="483860" y="483860"/>
                </a:lnTo>
                <a:lnTo>
                  <a:pt x="0" y="4838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741791" y="1753000"/>
            <a:ext cx="3625836" cy="7505300"/>
          </a:xfrm>
          <a:custGeom>
            <a:avLst/>
            <a:gdLst/>
            <a:ahLst/>
            <a:cxnLst/>
            <a:rect r="r" b="b" t="t" l="l"/>
            <a:pathLst>
              <a:path h="7505300" w="3625836">
                <a:moveTo>
                  <a:pt x="0" y="0"/>
                </a:moveTo>
                <a:lnTo>
                  <a:pt x="3625836" y="0"/>
                </a:lnTo>
                <a:lnTo>
                  <a:pt x="3625836" y="7505300"/>
                </a:lnTo>
                <a:lnTo>
                  <a:pt x="0" y="75053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51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289842" y="790775"/>
            <a:ext cx="4575367" cy="962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26"/>
              </a:lnSpc>
            </a:pPr>
            <a:r>
              <a:rPr lang="en-US" sz="6202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SOLUTION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18288000"/>
                </a:moveTo>
                <a:lnTo>
                  <a:pt x="10287000" y="0"/>
                </a:lnTo>
                <a:lnTo>
                  <a:pt x="0" y="0"/>
                </a:lnTo>
                <a:lnTo>
                  <a:pt x="0" y="18288000"/>
                </a:lnTo>
                <a:lnTo>
                  <a:pt x="10287000" y="18288000"/>
                </a:lnTo>
                <a:close/>
              </a:path>
            </a:pathLst>
          </a:custGeom>
          <a:blipFill>
            <a:blip r:embed="rId2"/>
            <a:stretch>
              <a:fillRect l="-13555" t="0" r="-13555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259300" y="9258300"/>
            <a:ext cx="483860" cy="483860"/>
          </a:xfrm>
          <a:custGeom>
            <a:avLst/>
            <a:gdLst/>
            <a:ahLst/>
            <a:cxnLst/>
            <a:rect r="r" b="b" t="t" l="l"/>
            <a:pathLst>
              <a:path h="483860" w="483860">
                <a:moveTo>
                  <a:pt x="0" y="0"/>
                </a:moveTo>
                <a:lnTo>
                  <a:pt x="483860" y="0"/>
                </a:lnTo>
                <a:lnTo>
                  <a:pt x="483860" y="483860"/>
                </a:lnTo>
                <a:lnTo>
                  <a:pt x="0" y="4838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242614" y="1009650"/>
            <a:ext cx="7253744" cy="962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26"/>
              </a:lnSpc>
            </a:pPr>
            <a:r>
              <a:rPr lang="en-US" sz="6202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FUNDING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97982" y="5076825"/>
            <a:ext cx="11283280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Department of Information and Communications Technology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97982" y="2727325"/>
            <a:ext cx="11617250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National Disaster Risk Reduction and Management Council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97982" y="7426325"/>
            <a:ext cx="8971504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Department of Science and Technology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18288000"/>
                </a:moveTo>
                <a:lnTo>
                  <a:pt x="10287000" y="0"/>
                </a:lnTo>
                <a:lnTo>
                  <a:pt x="0" y="0"/>
                </a:lnTo>
                <a:lnTo>
                  <a:pt x="0" y="18288000"/>
                </a:lnTo>
                <a:lnTo>
                  <a:pt x="10287000" y="18288000"/>
                </a:lnTo>
                <a:close/>
              </a:path>
            </a:pathLst>
          </a:custGeom>
          <a:blipFill>
            <a:blip r:embed="rId2"/>
            <a:stretch>
              <a:fillRect l="-13555" t="0" r="-13555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259300" y="9258300"/>
            <a:ext cx="483860" cy="483860"/>
          </a:xfrm>
          <a:custGeom>
            <a:avLst/>
            <a:gdLst/>
            <a:ahLst/>
            <a:cxnLst/>
            <a:rect r="r" b="b" t="t" l="l"/>
            <a:pathLst>
              <a:path h="483860" w="483860">
                <a:moveTo>
                  <a:pt x="0" y="0"/>
                </a:moveTo>
                <a:lnTo>
                  <a:pt x="483860" y="0"/>
                </a:lnTo>
                <a:lnTo>
                  <a:pt x="483860" y="483860"/>
                </a:lnTo>
                <a:lnTo>
                  <a:pt x="0" y="4838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927518" y="1009650"/>
            <a:ext cx="7253744" cy="962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26"/>
              </a:lnSpc>
            </a:pPr>
            <a:r>
              <a:rPr lang="en-US" sz="6202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BENEFICIARIES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97982" y="5085573"/>
            <a:ext cx="8281310" cy="75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1545" indent="-485773" lvl="1">
              <a:lnSpc>
                <a:spcPts val="6299"/>
              </a:lnSpc>
              <a:buFont typeface="Arial"/>
              <a:buChar char="•"/>
            </a:pPr>
            <a:r>
              <a:rPr lang="en-US" b="true" sz="4499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First responders &amp; LGU’s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97982" y="3232745"/>
            <a:ext cx="7038959" cy="75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1545" indent="-485773" lvl="1">
              <a:lnSpc>
                <a:spcPts val="6299"/>
              </a:lnSpc>
              <a:buFont typeface="Arial"/>
              <a:buChar char="•"/>
            </a:pPr>
            <a:r>
              <a:rPr lang="en-US" b="true" sz="4499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The citizens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97982" y="6942949"/>
            <a:ext cx="8005232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1550" indent="-485775" lvl="1">
              <a:lnSpc>
                <a:spcPts val="6299"/>
              </a:lnSpc>
              <a:buFont typeface="Arial"/>
              <a:buChar char="•"/>
            </a:pPr>
            <a:r>
              <a:rPr lang="en-US" b="true" sz="4500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National Government Agencies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08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22427">
            <a:off x="1903808" y="1886393"/>
            <a:ext cx="14480383" cy="6131333"/>
          </a:xfrm>
          <a:custGeom>
            <a:avLst/>
            <a:gdLst/>
            <a:ahLst/>
            <a:cxnLst/>
            <a:rect r="r" b="b" t="t" l="l"/>
            <a:pathLst>
              <a:path h="6131333" w="14480383">
                <a:moveTo>
                  <a:pt x="0" y="0"/>
                </a:moveTo>
                <a:lnTo>
                  <a:pt x="14480384" y="0"/>
                </a:lnTo>
                <a:lnTo>
                  <a:pt x="14480384" y="6131333"/>
                </a:lnTo>
                <a:lnTo>
                  <a:pt x="0" y="61313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41228" y="4234689"/>
            <a:ext cx="12005544" cy="1789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24"/>
              </a:lnSpc>
            </a:pPr>
            <a:r>
              <a:rPr lang="en-US" sz="11593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DAHEE7ly43E</dc:identifier>
  <dcterms:modified xsi:type="dcterms:W3CDTF">2011-08-01T06:04:30Z</dcterms:modified>
  <cp:revision>1</cp:revision>
  <dc:title>Blue and Purple Futuristic Gradient Tech Club Presentation</dc:title>
</cp:coreProperties>
</file>